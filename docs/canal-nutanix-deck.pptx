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1440"/>
          </a:solidFill>
          <a:ln w="12700">
            <a:solidFill>
              <a:srgbClr val="0F1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ALIANZA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privada sobre Nutanix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modular de casos de uso + programa de capacitación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acelerar la venta de infraestructura de IA en el canal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Quizamanchuro  ·  Reunión de exploración con socios de canal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oportunidad que hoy está sin atender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cliente compra hardware y no sabe qué correr encima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Nutanix Enterprise AI cuesta entre USD 80.000 y USD 200.000.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"algo con IA" sin haber definido caso de uso.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cierra el hardware pero pierde el proyecto de software.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se posterga meses y la venta siguiente se enfría.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traemos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26517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casos de uso empresariales ya construidos y probados.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 en Anthropic, en la nube o en el servidor del cliente.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capacitación que crea la demanda antes del hardware.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 diseñado para venta indirecta.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PROPUESTA DE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y un programa que se venden juntos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aplicación es SaaS. Los modelos de IA y los datos sensibles se quedan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servidor del cliente. Nada del contenido de los documentos sale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su perímetro sin autorización explícita.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modular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casos de uso listos: RAG documental, agente SQL, BI conversacional, notarización, asistente clínico, entrevistas de RRHH, funnel cooperativo y más.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8404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por audiencias (directivos, mandos medios, IT, operativos) que crea la demanda y justifica la inversión en infraestructura.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84048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al canal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venta, demos configurados con branding del canal, tenants de prueba y acompañamiento en las primeras oportunidades.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CATÁLOGO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casos de uso ya construidos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documental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reglamentos, contratos y manuales del cliente.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94955" y="201168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2115" y="214884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conversacional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32115" y="260604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natural, obtén SQL y gráfico dinámico.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41270" y="201168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8430" y="214884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8430" y="260604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operativos con lenguaje natural.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87585" y="201168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745" y="214884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Notarización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24745" y="260604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criptográfica en blockchain de documentos firmados.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33900" y="201168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71060" y="214884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clínico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71060" y="260604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 guiado con historia clínica.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048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cooperativo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29768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WhatsApp para socios + kanban para oficial de crédito.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94955" y="370332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2115" y="384048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Comparador de docs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32115" y="429768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dos contratos y muestra diferencias de riesgo.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41270" y="370332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8430" y="384048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RRHH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78430" y="429768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entrevistas técnicas con feedback estructurado.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87585" y="370332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745" y="384048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 educativo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24745" y="429768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guiada con voz nativa para aprendizaje.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33900" y="3703320"/>
            <a:ext cx="2109155" cy="1508760"/>
          </a:xfrm>
          <a:prstGeom prst="roundRect">
            <a:avLst>
              <a:gd name="adj" fmla="val 606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1060" y="3840480"/>
            <a:ext cx="18348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académico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71060" y="4297680"/>
            <a:ext cx="18348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tendencias sobre grandes volúmenes de tesis.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4 (RAG, BI, Agente SQL, Notarización) están listos para demo ejecutiva sin supervisión.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híbrida: SaaS + IA privada del cliente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SaaS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autenticación, multi-tenant, branding, observabilidad, catálogo de demos.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3794760" y="3063240"/>
            <a:ext cx="502920" cy="274320"/>
          </a:xfrm>
          <a:prstGeom prst="righ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237744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Adaptador LLM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única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 de código, se elige el proveedor por tenant desde el panel de administración.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589520" y="3063240"/>
            <a:ext cx="502920" cy="274320"/>
          </a:xfrm>
          <a:prstGeom prst="righ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37744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privada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del cliente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Nutanix con modelos open source. Los datos no salen del perímetro del cliente.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proveedores soportados hoy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·  nube comercial para arrancar sin infraestructura.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Enterprise AI on-premise  ·  producción para clientes regulados.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sobre Ubuntu / vLLM  ·  laboratorio y clientes de menor escala.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EMBUDO COMERCIAL PARA EL CANAL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capacitación a hardware: un embudo con tres ingresos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1440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detecta cuentas y las capacita en IA. Ingreso por horas o programas.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5212080"/>
            <a:ext cx="3108960" cy="1828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3k–15k por engagement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1440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/ Piloto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1–2 casos de uso identificados, se corre un piloto de 2–8 semanas. Ingreso por proyecto.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5212080"/>
            <a:ext cx="3108960" cy="1828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8k–30k por PoC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945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0F1440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+ plataforma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35661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compra Nutanix NAI y licencia anual de la plataforma. Ingreso recurrente + comisión.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5212080"/>
            <a:ext cx="3108960" cy="1828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5349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80k–200k hardware + 20–30% comisión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CÓMO GANAMOS TODOS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económico para el canal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568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956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 del canal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19568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licencia / PoC vendida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– 30%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B2B software. Pago sobre el ticket cerrado.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18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implementación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32186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Instalación, capacitación y soporte. Factura directa del canal al cliente.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770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anual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8770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– 15%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8770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recurrente por retención. Alinea intereses de largo plazo.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35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con hardware Nutanix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45354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definir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45354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incluida en el cotizador del hardware como aceleración de adopción.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exclusividad territorial en la primera etapa. Se pacta después de resultados verificables.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descuentos por volumen antes de pipeline probado.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DONDE ESTÁ EL VOLUMEN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capacitación por audiencia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568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Audiencia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9568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0" y="19568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0" y="19568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referencial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3288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Directivos (C-level)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0" y="25328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Ejecutiva: dónde aplicarla en el negocio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25328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presencial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0" y="253288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3.000 – 5.000 (grupo)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981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medios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0" y="3099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IA por área (RRHH, legal, ops)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09981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días (8 h + 8 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30998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5.000 – 10.000 (grupo)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667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operativo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36667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práctico de Claude / ChatGPT / Copilot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6667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36667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300 – 600 por participante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33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infraestructura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0" y="42336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on-prem: modelos, RAG, agentes, seguridad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42336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sesiones (16 h)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42336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8.000 – 15.000 (grupo)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823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800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ventas del canal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0" y="48006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en IA para el canal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(interno)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61120" y="4800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cargo del canal — se paga con comisiones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de IT es el más rentable estratégicamente: termina justificando la compra del servidor Nutanix.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PACKAGING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paquetes comerciales, no diez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guiado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semanas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fijo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demos configurados con datos del cliente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sesiones de trabajo estructuradas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implementación en su infraestructura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casos de uso identificados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on-prem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8 semanas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+ mensual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Nutanix instalado y operativo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demos productivos con usuarios reales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y monitoreo básico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del cliente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48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anual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697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Cuota predecible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5204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demos activos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y nuevos casos de uso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y operativo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capacitación continua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PILOTO DE CANAL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empezaríamos juntos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de calificación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4505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1 – 2 cuentas de su portafolio con probabilidad real de compra en Q siguiente.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0" y="2267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1089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tenant personalizado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4107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entregamos un ambiente con el branding del canal para que puedan mostrar sin depender de nosotros.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0" y="3227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2 –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023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conjunta al cliente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ejecutiva de 60 minutos con el cliente. Ustedes conducen; nosotros como preventa técnica.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0292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4983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PoC o capacitación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53309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firma PoC de 4 semanas o programa de capacitación como puerta de entrada.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0" y="5148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 5 – 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ACUERDO OPERATIVO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aportamos y lo que necesitamos del canal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aportamos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con 10 casos de uso operativos.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demo con branding del canal.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 comercial y guión de descubrimiento.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técnica en las primeras oportunidades.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 capacitación por audiencia.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y nuevos casos de uso.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necesitamos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6060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su cartera de cuentas Nutanix.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vendedor senior que lidere las oportunidades.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técnica del canal para acompañar demos.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 2 – 3 oportunidades en 90 días.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del mercado sobre precio y objeciones.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escrito de comisiones y responsabilidades.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DESCUBRIMIENTO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calificar la alianza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¿Cuántos clientes Nutanix activos tienen hoy y en qué industrias?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dice el tamaño real del portafolio y dónde enfocamos primero.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¿Han perdido oportunidades de NAI porque el cliente no sabía qué correr encima?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dolor concreto que la plataforma resuelve.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¿Tienen preventa técnica interna que pueda dar demos sin nosotros?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965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si la capacitación de canal es prioritaria antes de arrancar.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¿Han vendido software o servicios de IA antes, o solo hardware?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9651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ritmo de aprendizaje y qué material comercial preparar.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F7FC"/>
          </a:solidFill>
          <a:ln w="12700">
            <a:solidFill>
              <a:srgbClr val="F5F7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59552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559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presupuesto anual de capacitación manejan los clientes del portafolio?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8338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dice si el programa de capacitación es viable como primer producto.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SIGUIENTE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reunión de 60 minutos para decidir si arrancamos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conjunta de 1 cuenta piloto del portafolio del canal.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caso de uso ancla (BI conversacional o notarización sugeridos).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6 semanas hasta la primera reunión con el cliente.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escrito de comisiones y responsabilidades operativas.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Quizamanchuro  ·  jquizamanchuro@millenialsoft.com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 Demo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Alianza de canal — IA privada sobre Nutanix</dc:title>
  <dc:subject>PptxGenJS Presentation</dc:subject>
  <dc:creator>Jorge Quizamanchuro</dc:creator>
  <cp:lastModifiedBy>Jorge Quizamanchuro</cp:lastModifiedBy>
  <cp:revision>1</cp:revision>
  <dcterms:created xsi:type="dcterms:W3CDTF">2026-07-03T22:26:26Z</dcterms:created>
  <dcterms:modified xsi:type="dcterms:W3CDTF">2026-07-03T22:26:26Z</dcterms:modified>
</cp:coreProperties>
</file>